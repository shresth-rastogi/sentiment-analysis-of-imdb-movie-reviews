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6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B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 · 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E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4E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IMDB Movie Reviews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7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TF-IDF and Logistic Regression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A9B7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6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5840" y="4023360"/>
            <a:ext cx="457200" cy="457200"/>
          </a:xfrm>
          <a:prstGeom prst="ellipse">
            <a:avLst/>
          </a:prstGeom>
          <a:solidFill>
            <a:srgbClr val="9A7B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0" y="82296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4EE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Kumar Purbey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 Agrawal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Shresth Rastogi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Mukund AnilKumar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Nabanita Choudhury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B.B.A (AI) 2026-27  ·  SAII, Pune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33956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933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our objective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movie reviews exist and nobody can read them all. Given the text of one review, can a computer decide if the writer felt positive or negative? Input: an English review. Output: one of two labels.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DCE3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383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“Brilliant movie, great acting!”  →  Positive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3749040" cy="548640"/>
          </a:xfrm>
          <a:prstGeom prst="roundRect">
            <a:avLst>
              <a:gd name="adj" fmla="val 20000"/>
            </a:avLst>
          </a:prstGeom>
          <a:solidFill>
            <a:srgbClr val="E6DDC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“Boring plot, a waste of time.”  →  Negative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6B7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0116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easy-to-explain baseline pipeline: clean the text, turn it into numbers, train a classifier, test it honestly, and understand why it predicts what it does.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steps over a black box.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20824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pipeline, step by step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7568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copied reviews dropped: 50,000 → 49,582.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4592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tokenise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07568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“Great” = “great”. Regex [a-z']+ splits into words.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1645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HTML tags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07568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leftovers like &lt;br /&gt; using the pattern &lt;.*?&gt;.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only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49300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and punctuation become spaces: “you'll” → you, ll.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06324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290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filter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49300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not, no, nor, never, cannot so meaning is safe.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063240"/>
            <a:ext cx="365760" cy="36576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filter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493008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1-letter tokens left from apostrophe splits.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370832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DCE3C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43708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</a:t>
            </a:r>
            <a:pPr indent="0" marL="0">
              <a:buNone/>
            </a:pPr>
            <a:r>
              <a:rPr lang="en-US" sz="12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other reviewers has mentioned that after watching just 1 Oz episode you'll be hooked…
</a:t>
            </a:r>
            <a:pPr indent="0" marL="0">
              <a:buNone/>
            </a:pPr>
            <a:r>
              <a:rPr lang="en-US" sz="12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</a:t>
            </a:r>
            <a:pPr indent="0" marL="0">
              <a:buNone/>
            </a:pPr>
            <a:r>
              <a:rPr lang="en-US" sz="12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mentioned watching just oz episode ll hooked right exactly happened…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07692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107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IMDB Large Movie Review Dataset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8463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6118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IMDB Large Movie Review 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· Stanford, Maas et al. (2011)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D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 reviews, 2 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(text), sentiment (label)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D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English, informal web text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 positive · 25,000 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D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missing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 removed → 49,582 unique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4E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DC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50876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58.4%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650992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HTML tags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78040" y="150876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251192" y="21031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digits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269748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650992" y="32918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non-ASCII characters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78040" y="269748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2788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251192" y="329184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words per review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0" y="3931920"/>
            <a:ext cx="3063240" cy="868680"/>
          </a:xfrm>
          <a:prstGeom prst="roundRect">
            <a:avLst>
              <a:gd name="adj" fmla="val 12632"/>
            </a:avLst>
          </a:prstGeom>
          <a:solidFill>
            <a:srgbClr val="6B7A3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15000" y="393192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classes, so accuracy is a fair score.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020824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 PIPELINE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review to prediction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50,000-review CSV. Check balance, duplicates and length.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508760"/>
            <a:ext cx="274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4592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HTML and symbols, drop stop-words but keep “not”.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508760"/>
            <a:ext cx="274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64592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48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split: 39,665 train, 9,917 test. Done before any fitting.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5,000 words and word-pairs, learned from training text only.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3154680"/>
            <a:ext cx="274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29184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9000" y="329184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290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learns one weight for every feature.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0" y="3154680"/>
            <a:ext cx="274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12648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91840"/>
            <a:ext cx="411480" cy="411480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6364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predict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unseen test set, then predict brand-new reviews.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455164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45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&amp; TECHNIQUES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we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36776"/>
            <a:ext cx="457200" cy="457200"/>
          </a:xfrm>
          <a:prstGeom prst="ellipse">
            <a:avLst/>
          </a:prstGeom>
          <a:solidFill>
            <a:srgbClr val="A9B77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63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text into words with a regex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A9B7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68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handling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filler, keeps “not” and “never”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118104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46120"/>
            <a:ext cx="457200" cy="457200"/>
          </a:xfrm>
          <a:prstGeom prst="ellipse">
            <a:avLst/>
          </a:prstGeom>
          <a:solidFill>
            <a:srgbClr val="A9B77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172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(1 and 2)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pairs like “not good”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4114800" cy="713232"/>
          </a:xfrm>
          <a:prstGeom prst="roundRect">
            <a:avLst>
              <a:gd name="adj" fmla="val 15385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50792"/>
            <a:ext cx="457200" cy="457200"/>
          </a:xfrm>
          <a:prstGeom prst="ellipse">
            <a:avLst/>
          </a:prstGeom>
          <a:solidFill>
            <a:srgbClr val="A9B77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meaningful words score higher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6B7A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74920" y="1600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E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1031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word score by its weight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everything 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turns the total into a probability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0.5 = Positive, else Negative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749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DC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regularisation · C = 1.0 · 1000 iterations. Fast, simple, and we can read its weights.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it work?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pic>
        <p:nvPicPr>
          <p:cNvPr id="6" name="Image 0" descr="/home/claude/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3840480" cy="2560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41879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the curve hugs the top-left corner. Dashed line = random guessing.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1508760"/>
            <a:ext cx="1874520" cy="987552"/>
          </a:xfrm>
          <a:prstGeom prst="roundRect">
            <a:avLst>
              <a:gd name="adj" fmla="val 11111"/>
            </a:avLst>
          </a:prstGeom>
          <a:solidFill>
            <a:srgbClr val="6B7A3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1581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EE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12280" y="1508760"/>
            <a:ext cx="1874520" cy="987552"/>
          </a:xfrm>
          <a:prstGeom prst="roundRect">
            <a:avLst>
              <a:gd name="adj" fmla="val 1111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12280" y="15819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0.959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21488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46320" y="2606040"/>
            <a:ext cx="1874520" cy="987552"/>
          </a:xfrm>
          <a:prstGeom prst="roundRect">
            <a:avLst>
              <a:gd name="adj" fmla="val 1111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6791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246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(avg)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12280" y="2606040"/>
            <a:ext cx="1874520" cy="987552"/>
          </a:xfrm>
          <a:prstGeom prst="roundRect">
            <a:avLst>
              <a:gd name="adj" fmla="val 11111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12280" y="26791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812280" y="32461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(avg)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7490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60120"/>
                <a:gridCol w="82296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EE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F4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E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4846320" y="4773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9,917 unseen reviews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12748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12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struggles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labels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or mixed reviews are forced into positive or negative.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&amp; long negation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Happy-looking words can hide anger; only short pairs are caught.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618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Old, single domain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2011 film reviews. New text needs retraining.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zone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between 0.3 and 0.7 are right only about half the time.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risk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never be used to score or rank people.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31546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6B7A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5661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was okay, not great but not bad either.”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NEGATIVE. Human: neutral.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99616" cy="274320"/>
          </a:xfrm>
          <a:prstGeom prst="roundRect">
            <a:avLst>
              <a:gd name="adj" fmla="val 40000"/>
            </a:avLst>
          </a:prstGeom>
          <a:solidFill>
            <a:srgbClr val="6B7A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4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do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17904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4630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transformers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6304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DistilBERT to handle sarcasm and long negation.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103120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0482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neutral class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04825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3 classes or star ratings for mixed opinions.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88336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6334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confidence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63347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probabilities; send unsure reviews to a human.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273552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2186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other domains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321868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product and app reviews without retraining.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03904"/>
            <a:ext cx="8229600" cy="512064"/>
          </a:xfrm>
          <a:prstGeom prst="roundRect">
            <a:avLst>
              <a:gd name="adj" fmla="val 21429"/>
            </a:avLst>
          </a:prstGeom>
          <a:solidFill>
            <a:srgbClr val="FBF8EF"/>
          </a:solidFill>
          <a:ln w="12700">
            <a:solidFill>
              <a:srgbClr val="E6DDC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858768"/>
            <a:ext cx="402336" cy="402336"/>
          </a:xfrm>
          <a:prstGeom prst="ellipse">
            <a:avLst/>
          </a:prstGeom>
          <a:solidFill>
            <a:srgbClr val="6B7A3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38039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web app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380390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review, see the label and the words behind it.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  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2026-10-09T18:38:05Z</dcterms:created>
  <dcterms:modified xsi:type="dcterms:W3CDTF">2026-10-09T18:38:05Z</dcterms:modified>
</cp:coreProperties>
</file>